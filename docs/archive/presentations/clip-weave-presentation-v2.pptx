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1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B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74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48640"/>
            <a:ext cx="1463040" cy="1463040"/>
          </a:xfrm>
          <a:prstGeom prst="ellipse">
            <a:avLst/>
          </a:prstGeom>
          <a:solidFill>
            <a:srgbClr val="6931CE">
              <a:alpha val="40000"/>
            </a:srgbClr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5029200"/>
            <a:ext cx="731520" cy="731520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852160"/>
            <a:ext cx="457200" cy="457200"/>
          </a:xfrm>
          <a:prstGeom prst="ellipse">
            <a:avLst/>
          </a:prstGeom>
          <a:solidFill>
            <a:srgbClr val="E67E22">
              <a:alpha val="7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clip-weave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</a:t>
            </a:r>
            <a:r>
              <a:rPr lang="en-US" sz="3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 + Skills 稳定产出可交付视频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22860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面向科技团队主管 · 项目进展汇报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2026-07-30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应用场景：谁在用、做什么样的视频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把“AI</a:t>
            </a: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能做视频”变成“</a:t>
            </a:r>
            <a:r>
              <a:rPr lang="en-US" sz="1400" i="1" dirty="0" err="1">
                <a:solidFill>
                  <a:srgbClr val="01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非专业人员能高效做出稳定</a:t>
            </a:r>
            <a:r>
              <a:rPr lang="zh-CN" altLang="en-US" sz="1400" i="1" dirty="0">
                <a:solidFill>
                  <a:srgbClr val="01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、高质量的</a:t>
            </a:r>
            <a:r>
              <a:rPr lang="en-US" sz="1400" i="1" dirty="0" err="1">
                <a:solidFill>
                  <a:srgbClr val="01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</a:t>
            </a: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目标用户
</a:t>
            </a:r>
            <a:r>
              <a:rPr lang="en-US" sz="1500" b="1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经常要产出视频素材</a:t>
            </a: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endParaRPr lang="en-US" sz="2000" dirty="0"/>
          </a:p>
          <a:p>
            <a:pPr marL="0" indent="0">
              <a:buNone/>
            </a:pPr>
            <a:r>
              <a:rPr lang="en-US" sz="1500" b="1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但不是视频剪辑的专业人员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产品经理 / 市场 /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</a:t>
            </a:r>
            <a:r>
              <a:rPr lang="zh-CN" alt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CN" alt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技术人员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视频类型
</a:t>
            </a:r>
            <a:r>
              <a:rPr lang="en-US" sz="1500" b="1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文字、图形、图表的动效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品牌宣传 / 产品发布 / 功能演示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数据可视化 / changelog / 更新公告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教程讲解 / SaaS 推广 / 社交媒体切片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关键诉求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一句自然语言输入 → 视频产出，全程高效、稳定、可交付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不用学 After Effects · 不用写代码 · </a:t>
            </a:r>
            <a:r>
              <a:rPr lang="en-US" sz="1400" b="1" dirty="0" err="1">
                <a:solidFill>
                  <a:srgbClr val="01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只需要指导</a:t>
            </a:r>
            <a:r>
              <a:rPr lang="en-US" sz="1400" b="1" dirty="0">
                <a:solidFill>
                  <a:srgbClr val="01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400" b="1" dirty="0">
              <a:solidFill>
                <a:srgbClr val="01B4D8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 · 2026-07-30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目前能覆盖的视频类型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路径已跑通的场景 —— 一句话描述，clip-weave 自动完成后续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产品 / 品牌宣传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官网 URL + 一句描述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  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15–30s 带 logo/主色的 promo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691640"/>
            <a:ext cx="640080" cy="6400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功能展示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3774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功能描述 + 截图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  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高亮 + 说明文字的演示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50876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rgbClr val="6931CE"/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1645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数据可视化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3774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93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数据表 + 想表达的重点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93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  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 + 关键数字动画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3429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Changelog / 公告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PR 列表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  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逐条动效呈现的更新视频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32918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34747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📖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57800" y="3429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教程 / 讲解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41605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分步骤脚本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  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分镜化的教学动画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32918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474720"/>
            <a:ext cx="640080" cy="64008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➕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52560" y="3429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更多 workflow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41605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</a:t>
            </a: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altLang="zh-CN" sz="1100" dirty="0">
                <a:solidFill>
                  <a:srgbClr val="01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100" dirty="0">
                <a:solidFill>
                  <a:srgbClr val="01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个 HF workflow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全覆盖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  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路由自动映射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非专业用户视角：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一句话描述"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做什么、给谁看、时长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"，剩下的 </a:t>
            </a:r>
            <a:r>
              <a:rPr lang="en-US" sz="1300" b="1" dirty="0">
                <a:solidFill>
                  <a:srgbClr val="01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选择、设计系统提取、素材匹配、规则守卫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都由 clip-weave 自动完成。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 · 2026-07-30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卡点：现有底座还差什么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HyperFrames 解决了"怎么渲染"，但从 demo </a:t>
            </a:r>
            <a:r>
              <a:rPr lang="en-US" sz="14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到可交付有</a:t>
            </a:r>
            <a:r>
              <a:rPr lang="en-US" sz="1400" i="1" dirty="0" err="1">
                <a:solidFill>
                  <a:srgbClr val="01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较高使用门槛</a:t>
            </a:r>
            <a:endParaRPr lang="en-US" sz="1400" dirty="0">
              <a:solidFill>
                <a:srgbClr val="01B4D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底座 HyperFrames（HF） 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已经解决了"怎么渲染" —— HTML + CSS + GSAP → Chrome 逐帧捕获 → FFmpeg 合成 MP4，AI 最擅长写 HTML，路径完全对。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三个反复出现的卡点：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06040"/>
            <a:ext cx="685800" cy="6858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517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规则遗忘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特有约束（4 条）不在通用 Web 知识里，长会话上下文压缩后 LLM 忘掉，已修复的错误重现。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4231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606040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6517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 循环烧时间烧 token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42900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 check 需启动 headless Chrome，10–30s；每个合成平均 2–3 轮；长视频累计上百秒。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42316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606040"/>
            <a:ext cx="685800" cy="685800"/>
          </a:xfrm>
          <a:prstGeom prst="ellipse">
            <a:avLst/>
          </a:prstGeom>
          <a:solidFill>
            <a:srgbClr val="6931CE"/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6517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89720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素材利用率低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342900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抓到 134 张图，v1 版本只用了 2 张，非专业用户看不出哪张该配哪镜。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共同后果：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能出 demo，但稳定性和一次通过率不够，非专业用户被迫回到"和 AI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反复拉扯"的低效模式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 · 2026-07-30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一句话结论：clip-weave 是做什么的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HyperFrames</a:t>
            </a: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前置入口</a:t>
            </a: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稳定性补丁，不重造渲染引擎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clip-weave  =  </a:t>
            </a: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HyperFrames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前置入口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稳定性补丁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974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432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26060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前置入口 —— 意图路由
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一句自然语言 → 自动选定 workflow + 生成 BRIEF.md → 触发无人值守执行。非专业用户无需理解 HF 概念。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三个稳定性解法 —— 分别对应上页三个卡点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206240"/>
            <a:ext cx="13716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06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规则遗忘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4206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1920" y="4206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规则守卫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4206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 Python 拦截，不依赖 LLM 记忆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800600"/>
            <a:ext cx="13716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00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循环慢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4800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31920" y="4800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Pre-flight 预检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800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 静态检查，每次绕过 10–30s 的 Chrome 启动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94960"/>
            <a:ext cx="137160" cy="548640"/>
          </a:xfrm>
          <a:prstGeom prst="rect">
            <a:avLst/>
          </a:prstGeom>
          <a:solidFill>
            <a:srgbClr val="6931CE"/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394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素材利用率低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66160" y="5394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31920" y="5394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Matcher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66560" y="5394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素材语义预排序，缩小到 3–5 张候选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当前状态：P0–P2 全部交付，33 个测试通过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 · 2026-07-30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三种使用入口 —— 覆盖不同熟练度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BRIEF.md 一旦生成，后续无人值守直接跑到出片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783080"/>
            <a:ext cx="1051560" cy="10515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7830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💬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对话式 intent interview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交互形式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里一句话开始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逐字段问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适合场景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首次使用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字段还没想清楚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23560" y="1783080"/>
            <a:ext cx="1051560" cy="1051560"/>
          </a:xfrm>
          <a:prstGeom prst="ellipse">
            <a:avLst/>
          </a:prstGeom>
          <a:solidFill>
            <a:srgbClr val="6931CE"/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7830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📝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48056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BRIEF.md 模板离线填写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3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交互形式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复制模板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填空 → 一键跑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3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适合场景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4846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批量场景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复用同一套参数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0" y="1783080"/>
            <a:ext cx="1051560" cy="10515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17830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⌨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275320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单行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交互形式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clip_weave run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--url ... --message ...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适合场景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集成到脚本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自动化流程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共同点：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BRIEF.md 生成后 → 无人值守 → LLM 不再向用户提问 → 直接跑到出片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 · 2026-07-30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交付状态一览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P0–P2 已全部交付 · P3–P4 规划中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打通链路：意图 → HF autonomous 执行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1508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167128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67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207568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 check 启动次数（4 条规则预检 + 违规指纹）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0756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734056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264261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提升素材利用率（Asset Matcher + 噪声过滤）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6426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209544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5F0FF"/>
          </a:solidFill>
          <a:ln w="12700">
            <a:solidFill>
              <a:srgbClr val="F5F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300984"/>
            <a:ext cx="320040" cy="320040"/>
          </a:xfrm>
          <a:prstGeom prst="ellipse">
            <a:avLst/>
          </a:prstGeom>
          <a:solidFill>
            <a:srgbClr val="6931CE"/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00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" y="320954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T2V 旁路：STORYBOARD.md → 文生视频 → FFmpeg 合流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32095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待验证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776472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5F0FF"/>
          </a:solidFill>
          <a:ln w="12700">
            <a:solidFill>
              <a:srgbClr val="F5F0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867912"/>
            <a:ext cx="320040" cy="320040"/>
          </a:xfrm>
          <a:prstGeom prst="ellipse">
            <a:avLst/>
          </a:prstGeom>
          <a:solidFill>
            <a:srgbClr val="6931CE"/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" y="377647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两条路径混排（动效镜头 + 写实镜头并存）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1040" y="37764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P3 后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875520" y="1508760"/>
            <a:ext cx="1737360" cy="2834640"/>
          </a:xfrm>
          <a:prstGeom prst="roundRect">
            <a:avLst>
              <a:gd name="adj" fmla="val 4211"/>
            </a:avLst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工程质量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75520" y="20116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9875520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个单元测试全部通过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149840" y="3337560"/>
            <a:ext cx="118872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0" y="3474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sha1 违规指纹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三级降级无单点故障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617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三种入口全部可用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对话式 intent interview  —  首次使用 / 字段未定
· BRIEF.md 模板离线填写  —  批量 / 复用同一套参数
· CLI 单行调用  —  集成脚本 / CI / 自动化流程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 · 2026-07-30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两条渲染路径 —— 覆盖不同画面性质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共用同一份 STORYBOARD.md，选择哪条是分镜级别的决策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EBF5FB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440680" cy="68580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路径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（当前主力）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
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写 HTML/CSS/GSAP → HF 逐帧渲染
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画面性质
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图形、文字、UI、图表  ·  代码级精度
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可控性
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每一帧可复现，改一个字改一行代码
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
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品牌发布、数据可视化、功能展示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5F0FF"/>
          </a:solidFill>
          <a:ln w="25400">
            <a:solidFill>
              <a:srgbClr val="6931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554480"/>
            <a:ext cx="5440680" cy="685800"/>
          </a:xfrm>
          <a:prstGeom prst="roundRect">
            <a:avLst>
              <a:gd name="adj" fmla="val 13333"/>
            </a:avLst>
          </a:prstGeom>
          <a:solidFill>
            <a:srgbClr val="6931CE"/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002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T2V 旁路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（P3 待验证）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93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
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STORYBOARD.md 分镜 → 文生视频模型直出
</a:t>
            </a:r>
            <a:r>
              <a:rPr lang="en-US" sz="1200" b="1" dirty="0">
                <a:solidFill>
                  <a:srgbClr val="693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画面性质
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写实、氛围、镜头运动
</a:t>
            </a:r>
            <a:r>
              <a:rPr lang="en-US" sz="1200" b="1" dirty="0">
                <a:solidFill>
                  <a:srgbClr val="693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可控性
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生成结果有随机性，靠改提示词迭代
</a:t>
            </a:r>
            <a:r>
              <a:rPr lang="en-US" sz="1200" b="1" dirty="0">
                <a:solidFill>
                  <a:srgbClr val="693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
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空镜、氛围镜头、实景铺垫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两条路径共用同一份 STORYBOARD.md —— 选择哪条是"分镜级别"的决策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 · 2026-07-30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规划一 · 音频落地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视频从"静音"到"带配音 + BGM"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现状 · 已跑通验证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api.heygen.com 内网屏蔽问题已解决
</a:t>
            </a: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HeyGen 个人账号跑通验证：
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TTS 配音质量满足要求
     · 版权 BGM 均可用
     · 中文声线清晰自然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6035040" y="3017520"/>
            <a:ext cx="365760" cy="640080"/>
          </a:xfrm>
          <a:prstGeom prst="rightArrow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55448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FF3E6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 · 切云厂商合规通道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21031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切换到公司已采购云厂商账号 / 额度
</a:t>
            </a: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视频从"静音"变成"配音 + BGM"
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可交付性的一个明确台阶
</a:t>
            </a: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与三种入口无缝衔接
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BRIEF.md 加一个 voice/bgm 字段即可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用户价值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非专业用户不再需要在剪映里补音轨，一次输出即完整可交付。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 · 2026-07-30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规划二 · T2V 旁路（P3）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STORYBOARD.md 复用于文生视频 —— 跳过写 HTML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3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路径画不出真实场景 —— 电影级写实、真人出镜、复杂物理效果超出 CSS/GSAP 表达范围。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方案：同一份 STORYBOARD.md 直接交给文生视频模型渲染 —— 跳过写 HTML 这一步。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31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要验证三件事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0FF"/>
          </a:solidFill>
          <a:ln w="12700">
            <a:solidFill>
              <a:srgbClr val="F5F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840480"/>
            <a:ext cx="594360" cy="594360"/>
          </a:xfrm>
          <a:prstGeom prst="ellipse">
            <a:avLst/>
          </a:prstGeom>
          <a:solidFill>
            <a:srgbClr val="6931CE"/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信息量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分镜描述够不够模型生成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3657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0FF"/>
          </a:solidFill>
          <a:ln w="12700">
            <a:solidFill>
              <a:srgbClr val="F5F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384048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5780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风格连贯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镜头间视觉风格是否统一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3657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0FF"/>
          </a:solidFill>
          <a:ln w="12700">
            <a:solidFill>
              <a:srgbClr val="F5F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3840480"/>
            <a:ext cx="594360" cy="5943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5256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时长可控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52560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模型输出能否精确对齐分镜时长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验证结果 · 两种走向都是可执行的下一步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E8F8F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486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通过
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写实镜头场景打开，覆盖面显著扩大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5440680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FDF2F2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5486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不通过
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明确是分镜格式要补字段，还是模型能力不够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 · 2026-07-30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规划三 · 两条路径混排（P4）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同一支视频里，动效镜头 + 写实镜头并存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分镜级路径选择 → FFmpeg 层合流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 揭示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20116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6931CE"/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423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氛围空镜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20116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2423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数据图表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6931CE"/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423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产品实景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63840" y="20116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0" y="2423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功能高亮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92640" y="201168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92640" y="2423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 结尾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rot="5400000">
            <a:off x="5989320" y="3108960"/>
            <a:ext cx="365760" cy="365760"/>
          </a:xfrm>
          <a:prstGeom prst="rightArrow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56616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FFmpeg 层合流  →  一支成片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12700">
            <a:solidFill>
              <a:srgbClr val="FDF2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关键工程约束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8463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不在 HTML 内嵌 &lt;video&gt; 做混排
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视频密集渲染会解码器耗尽
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混排必须在 FFmpeg 层做，时间轴上按段拼接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434340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用户价值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48463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 BRIEF.md，一次执行
</a:t>
            </a: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拿到既有 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又有  </a:t>
            </a:r>
            <a:r>
              <a:rPr lang="en-US" sz="1300" b="1" dirty="0">
                <a:solidFill>
                  <a:srgbClr val="693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质感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的成片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 · 2026-07-30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097280" cy="109728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5303520"/>
            <a:ext cx="1463040" cy="1463040"/>
          </a:xfrm>
          <a:prstGeom prst="ellipse">
            <a:avLst/>
          </a:prstGeom>
          <a:solidFill>
            <a:srgbClr val="6931CE">
              <a:alpha val="45000"/>
            </a:srgbClr>
          </a:solidFill>
          <a:ln w="12700">
            <a:solidFill>
              <a:srgbClr val="6931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一句话回顾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051560"/>
            <a:ext cx="18288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clip-weave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用一个低门槛入口（意图路由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）+ 三个稳定性解法（规则守卫 / lint 压缩 /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素材匹配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），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HyperFrames 从"能渲染视频的框架"变成</a:t>
            </a:r>
            <a:endParaRPr lang="en-US" sz="2600" dirty="0"/>
          </a:p>
          <a:p>
            <a:pPr marL="0" indent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非专业人员也能稳定交付视频的流水线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当前进展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P0–P2 全部交付
✓  三种入口可用
✓  33 个测试通过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338328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2A1B4E"/>
          </a:solidFill>
          <a:ln w="12700">
            <a:solidFill>
              <a:srgbClr val="2A1B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39319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音频切云厂商账号
     视频从静音到有声
</a:t>
            </a: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 STORYBOARD.md 复用于文生视频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打开写实画面场景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1001</Words>
  <Application>Microsoft Macintosh PowerPoint</Application>
  <PresentationFormat>Widescreen</PresentationFormat>
  <Paragraphs>230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clip-weave 项目汇报</dc:title>
  <dc:subject>PptxGenJS Presentation</dc:subject>
  <dc:creator>clip-weave team</dc:creator>
  <cp:lastModifiedBy>龚震宇</cp:lastModifiedBy>
  <cp:revision>5</cp:revision>
  <dcterms:created xsi:type="dcterms:W3CDTF">2026-07-30T04:26:29Z</dcterms:created>
  <dcterms:modified xsi:type="dcterms:W3CDTF">2026-07-30T07:02:57Z</dcterms:modified>
</cp:coreProperties>
</file>